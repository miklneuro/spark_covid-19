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 rtl="0"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28.11.2025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Подзаголовок 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948E6C3-8E12-426B-A56F-861F8B162AC6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 rtlCol="0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E13CF11-4D7C-4367-8D00-578223D03103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40FCE8-CB6C-4798-845F-C8260D76B307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9" name="Нижний колонтитул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Номер слайда 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 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3C13A7E-4C64-47B0-B355-B165BE4012BA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 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31CA3B4-5CE4-4976-BBFE-4E91C7258FC5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Номер слайда 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 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5316041-DA7D-4734-AA8C-761AB09393E2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92EF8B-D3DF-4216-96A1-1B1DE794B37A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Номер слайда 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8" name="Дата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09563768-3096-48CB-A41A-8D454362CCAD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Рисунок 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0088EE-0E82-4198-BDFF-3B9755AA8919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Заголовок 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323C2A-FDF4-456A-A556-14045268B55D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Номер слайда 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Вертикальный заголовок 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ru-RU"/>
              <a:t>Образец текста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Дата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BD5CFD7-CC7C-49C5-B221-A9E29F5846A0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12" name="Нижний колонтитул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 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u"/>
              <a:t>Стиль образца заголовка</a:t>
            </a:r>
            <a:endParaRPr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28.11.2025</a:t>
            </a:fld>
            <a:endParaRPr lang="en-US" dirty="0"/>
          </a:p>
        </p:txBody>
      </p:sp>
      <p:sp>
        <p:nvSpPr>
          <p:cNvPr id="5" name="Нижний колонтитул 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Прямоугольник 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Прямоугольник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Прямоугольник 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 fontScale="90000"/>
          </a:bodyPr>
          <a:lstStyle/>
          <a:p>
            <a:pPr rtl="0"/>
            <a:r>
              <a:rPr lang="ru-RU" dirty="0"/>
              <a:t>Разработка системы анализа медицинских изображений для эпидемиологического мониторинга COVID-19</a:t>
            </a:r>
            <a:endParaRPr lang="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602953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M24-525 </a:t>
            </a:r>
            <a:r>
              <a:rPr lang="ru-RU" dirty="0"/>
              <a:t>Кочетков Михаил</a:t>
            </a:r>
            <a:endParaRPr lang="ru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Прямоугольник 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Рисунок 5" descr="Крупный план логотипа&#10;&#10;Автоматически созданное описание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48733" y="3081867"/>
            <a:ext cx="11260667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ru" dirty="0"/>
              <a:t>Архитектура проекта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68D3680B-6D60-1B8B-1D56-068D67B19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040556"/>
            <a:ext cx="11029616" cy="3934793"/>
          </a:xfrm>
        </p:spPr>
        <p:txBody>
          <a:bodyPr>
            <a:normAutofit fontScale="92500" lnSpcReduction="10000"/>
          </a:bodyPr>
          <a:lstStyle/>
          <a:p>
            <a:endParaRPr lang="ru-RU" dirty="0"/>
          </a:p>
          <a:p>
            <a:r>
              <a:rPr lang="ru-RU" dirty="0"/>
              <a:t>1. Источник данных</a:t>
            </a:r>
          </a:p>
          <a:p>
            <a:r>
              <a:rPr lang="ru-RU" dirty="0"/>
              <a:t>   - Датасет `COVID-19 </a:t>
            </a:r>
            <a:r>
              <a:rPr lang="ru-RU" dirty="0" err="1"/>
              <a:t>Chest</a:t>
            </a:r>
            <a:r>
              <a:rPr lang="ru-RU" dirty="0"/>
              <a:t> X-Ray </a:t>
            </a:r>
            <a:r>
              <a:rPr lang="ru-RU" dirty="0" err="1"/>
              <a:t>Dataset</a:t>
            </a:r>
            <a:r>
              <a:rPr lang="ru-RU" dirty="0"/>
              <a:t>` из открытого репозитория (https://github.com/ieee8023/covid-chestxray-dataset).</a:t>
            </a:r>
          </a:p>
          <a:p>
            <a:r>
              <a:rPr lang="ru-RU" dirty="0"/>
              <a:t>   - Основной файл данных: `metadata.csv`, содержащий информацию о пациентах, диагнозах, проекциях снимков и временных метках.</a:t>
            </a:r>
          </a:p>
          <a:p>
            <a:endParaRPr lang="ru-RU" dirty="0"/>
          </a:p>
          <a:p>
            <a:r>
              <a:rPr lang="ru-RU" dirty="0"/>
              <a:t>2. Инструменты анализа:</a:t>
            </a:r>
          </a:p>
          <a:p>
            <a:r>
              <a:rPr lang="ru-RU" dirty="0"/>
              <a:t>   - </a:t>
            </a:r>
            <a:r>
              <a:rPr lang="ru-RU" dirty="0" err="1"/>
              <a:t>PySpark</a:t>
            </a:r>
            <a:r>
              <a:rPr lang="ru-RU" dirty="0"/>
              <a:t>: используется для обработки больших объемов данных, выполнения SQL-запросов и агрегации метрик.</a:t>
            </a:r>
          </a:p>
          <a:p>
            <a:r>
              <a:rPr lang="ru-RU" dirty="0"/>
              <a:t>   - </a:t>
            </a:r>
            <a:r>
              <a:rPr lang="ru-RU" dirty="0" err="1"/>
              <a:t>Pandas</a:t>
            </a:r>
            <a:r>
              <a:rPr lang="ru-RU" dirty="0"/>
              <a:t>: применяется для дополнительной обработки данных и подготовки их к визуализации.</a:t>
            </a:r>
          </a:p>
          <a:p>
            <a:r>
              <a:rPr lang="ru-RU" dirty="0"/>
              <a:t>   - </a:t>
            </a:r>
            <a:r>
              <a:rPr lang="ru-RU" dirty="0" err="1"/>
              <a:t>Matplotlib</a:t>
            </a:r>
            <a:r>
              <a:rPr lang="ru-RU" dirty="0"/>
              <a:t> и </a:t>
            </a:r>
            <a:r>
              <a:rPr lang="ru-RU" dirty="0" err="1"/>
              <a:t>Seaborn</a:t>
            </a:r>
            <a:r>
              <a:rPr lang="ru-RU" dirty="0"/>
              <a:t>: библиотеки для создания визуализаций (графиков, тепловых карт, диаграмм).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BC764B-CF61-2AF3-479E-590CF49DC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статистики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4F38C0F-1DD5-BB25-5202-272666B64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/>
              <a:t>В датасете доминируют случаи COVID-19 (61.47% всех диагнозов), средний возраст пациентов — 56.3 года. Наблюдается гендерный дисбаланс: 64% пациентов — мужчины, особенно заметный в группах с COVID-19 и пневмониями. Временные тренды показывают резкий рост числа исследований в 2020 году, где COVID-19 составил 82.53% всех случаев, что указывает на влияние пандемии.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7A547BA-410D-20D9-C6DA-6B8AAD97F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E13CF11-4D7C-4367-8D00-578223D03103}" type="datetime1">
              <a:rPr lang="ru-RU" smtClean="0"/>
              <a:t>28.11.2025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005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6B60D9-659C-8B9E-C49F-F68C2081E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Анализ  динамики  заболеваемости  по годам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33691BD5-00E7-D290-4C20-D9ACC558B1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92" y="1890876"/>
            <a:ext cx="4404817" cy="219126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E83014-636A-5370-4EA6-FBA79EA2DFBC}"/>
              </a:ext>
            </a:extLst>
          </p:cNvPr>
          <p:cNvSpPr txBox="1"/>
          <p:nvPr/>
        </p:nvSpPr>
        <p:spPr>
          <a:xfrm>
            <a:off x="5203371" y="2480013"/>
            <a:ext cx="55952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Анализ заболеваемости по годам выявил характерную структуру: до 2020 года доминировали бактериальные пневмонии.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AF7AA3-3324-0737-4382-21E910601484}"/>
              </a:ext>
            </a:extLst>
          </p:cNvPr>
          <p:cNvSpPr txBox="1"/>
          <p:nvPr/>
        </p:nvSpPr>
        <p:spPr>
          <a:xfrm>
            <a:off x="849086" y="4295895"/>
            <a:ext cx="1033054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dirty="0"/>
              <a:t>В 2020 году произошел резкий рост случаев — более чем в 20 раз — и кардинальное изменение структуры: COVID-19 стал абсолютным лидером, составив 82.5% всех случаев.</a:t>
            </a:r>
          </a:p>
        </p:txBody>
      </p:sp>
    </p:spTree>
    <p:extLst>
      <p:ext uri="{BB962C8B-B14F-4D97-AF65-F5344CB8AC3E}">
        <p14:creationId xmlns:p14="http://schemas.microsoft.com/office/powerpoint/2010/main" val="3568309407"/>
      </p:ext>
    </p:extLst>
  </p:cSld>
  <p:clrMapOvr>
    <a:masterClrMapping/>
  </p:clrMapOvr>
</p:sld>
</file>

<file path=ppt/theme/theme1.xml><?xml version="1.0" encoding="utf-8"?>
<a:theme xmlns:a="http://schemas.openxmlformats.org/drawingml/2006/main" name="Дивиденд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998_TF33552983" id="{160FF37C-0DDC-4D2E-AEAD-253EF6364DF1}" vid="{EC99DBC3-C858-4F3A-82DD-48D686A36DB8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{1D98E81B-9958-4B5C-B466-9098BF4B8F1C}TF201209c3-d067-44f9-a26f-c8f216c44313c92a774a_win32-f353c8cd8117</Template>
  <TotalTime>35</TotalTime>
  <Words>235</Words>
  <Application>Microsoft Office PowerPoint</Application>
  <PresentationFormat>Широкоэкранный</PresentationFormat>
  <Paragraphs>18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11" baseType="lpstr">
      <vt:lpstr>Arial</vt:lpstr>
      <vt:lpstr>Calibri</vt:lpstr>
      <vt:lpstr>Corbel</vt:lpstr>
      <vt:lpstr>Franklin Gothic Book</vt:lpstr>
      <vt:lpstr>Franklin Gothic Demi</vt:lpstr>
      <vt:lpstr>Wingdings 2</vt:lpstr>
      <vt:lpstr>ДивидендVTI</vt:lpstr>
      <vt:lpstr>Разработка системы анализа медицинских изображений для эпидемиологического мониторинга COVID-19</vt:lpstr>
      <vt:lpstr>Архитектура проекта</vt:lpstr>
      <vt:lpstr>Основные статистики</vt:lpstr>
      <vt:lpstr>Анализ  динамики  заболеваемости  по годам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Михаил Кочетков</dc:creator>
  <cp:lastModifiedBy>Михаил Кочетков</cp:lastModifiedBy>
  <cp:revision>1</cp:revision>
  <dcterms:created xsi:type="dcterms:W3CDTF">2025-11-28T12:21:12Z</dcterms:created>
  <dcterms:modified xsi:type="dcterms:W3CDTF">2025-11-28T12:56:59Z</dcterms:modified>
</cp:coreProperties>
</file>